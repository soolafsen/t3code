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T3 Homer: What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Deterministic supervision layer for T3 Code</a:t>
            </a:r>
          </a:p>
          <a:p>
            <a:pPr>
              <a:defRPr sz="2200"/>
            </a:pPr>
            <a:r>
              <a:t>Runs server-side and monitors live provider/runtime signals.</a:t>
            </a:r>
          </a:p>
          <a:p>
            <a:pPr>
              <a:defRPr sz="2200"/>
            </a:pPr>
            <a:r>
              <a:t>Goal: keep long tasks stable when sessions drift or fail.</a:t>
            </a:r>
          </a:p>
          <a:p>
            <a:pPr>
              <a:defRPr sz="2200"/>
            </a:pPr>
            <a:r>
              <a:t>Uses rule-based interventions, not model guesswork.</a:t>
            </a:r>
          </a:p>
          <a:p>
            <a:pPr>
              <a:defRPr sz="2200"/>
            </a:pPr>
            <a:r>
              <a:t>Every intervention is visible in thread activity (auditable).</a:t>
            </a:r>
          </a:p>
          <a:p>
            <a:pPr>
              <a:defRPr sz="2200"/>
            </a:pPr>
            <a:r>
              <a:t>Practical use: fewer stuck turns, safer continuation on real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Homer Handles Sessions and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Session control + thread authority</a:t>
            </a:r>
          </a:p>
          <a:p>
            <a:pPr>
              <a:defRPr sz="2200"/>
            </a:pPr>
            <a:r>
              <a:t>Normal path: supervise active session and watch warnings/errors/compaction/checkpoint state.</a:t>
            </a:r>
          </a:p>
          <a:p>
            <a:pPr>
              <a:defRPr sz="2200"/>
            </a:pPr>
            <a:r>
              <a:t>Primary recovery: restart_in_place (fresh provider session on same thread).</a:t>
            </a:r>
          </a:p>
          <a:p>
            <a:pPr>
              <a:defRPr sz="2200"/>
            </a:pPr>
            <a:r>
              <a:t>Escalation path: spawn_successor_thread after repeated restart failures/hard triggers.</a:t>
            </a:r>
          </a:p>
          <a:p>
            <a:pPr>
              <a:defRPr sz="2200"/>
            </a:pPr>
            <a:r>
              <a:t>On successor promotion: old thread is retired, new thread becomes active authority.</a:t>
            </a:r>
          </a:p>
          <a:p>
            <a:pPr>
              <a:defRPr sz="2200"/>
            </a:pPr>
            <a:r>
              <a:t>If recovery keeps failing, Homer sets manual_attention instead of looping forever.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and Handover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Thread-scoped deterministic continuity</a:t>
            </a:r>
          </a:p>
          <a:p>
            <a:pPr>
              <a:defRPr sz="2200"/>
            </a:pPr>
            <a:r>
              <a:t>No model-written memory summaries; continuity is persisted metadata.</a:t>
            </a:r>
          </a:p>
          <a:p>
            <a:pPr>
              <a:defRPr sz="2200"/>
            </a:pPr>
            <a:r>
              <a:t>Authoritative task anchor stores objective, source docs, constraints, non-goals, completion contract.</a:t>
            </a:r>
          </a:p>
          <a:p>
            <a:pPr>
              <a:defRPr sz="2200"/>
            </a:pPr>
            <a:r>
              <a:t>Instruction-delta snapshots and revisioning preserve latest real user intent.</a:t>
            </a:r>
          </a:p>
          <a:p>
            <a:pPr>
              <a:defRPr sz="2200"/>
            </a:pPr>
            <a:r>
              <a:t>Managed follow-ups (status/progress/continue) are treated as continuation, not new assignment.</a:t>
            </a:r>
          </a:p>
          <a:p>
            <a:pPr>
              <a:defRPr sz="2200"/>
            </a:pPr>
            <a:r>
              <a:t>Handoff prompts carry objective + deltas + checkpoint context so new sessions continue from the right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