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T3 Homer: What It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Deterministic supervision layer for T3 Code</a:t>
            </a:r>
          </a:p>
          <a:p>
            <a:pPr>
              <a:defRPr sz="2200"/>
            </a:pPr>
            <a:r>
              <a:t>Runs server-side and monitors live provider/runtime signals.</a:t>
            </a:r>
          </a:p>
          <a:p>
            <a:pPr>
              <a:defRPr sz="2200"/>
            </a:pPr>
            <a:r>
              <a:t>Goal: keep long tasks stable when sessions drift or fail.</a:t>
            </a:r>
          </a:p>
          <a:p>
            <a:pPr>
              <a:defRPr sz="2200"/>
            </a:pPr>
            <a:r>
              <a:t>Uses rule-based interventions, not model guesswork.</a:t>
            </a:r>
          </a:p>
          <a:p>
            <a:pPr>
              <a:defRPr sz="2200"/>
            </a:pPr>
            <a:r>
              <a:t>Every intervention is visible in thread activity (auditable).</a:t>
            </a:r>
          </a:p>
          <a:p>
            <a:pPr>
              <a:defRPr sz="2200"/>
            </a:pPr>
            <a:r>
              <a:t>Practical use: fewer stuck turns, safer continuation on real 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Homer Handles Sessions and Threads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1325880"/>
          </a:xfrm>
        </p:spPr>
        <p:txBody>
          <a:bodyPr/>
          <a:lstStyle/>
          <a:p>
            <a:pPr>
              <a:defRPr sz="2000"/>
            </a:pPr>
            <a:r>
              <a:rPr sz="1800"/>
              <a:t>Session control + thread authority (deterministic rules)</a:t>
            </a:r>
          </a:p>
          <a:p>
            <a:pPr/>
            <a:r>
              <a:rPr sz="1600"/>
              <a:t>Primary recovery: restart_in_place (fresh session, same thread)</a:t>
            </a:r>
          </a:p>
          <a:p>
            <a:pPr/>
            <a:r>
              <a:rPr sz="1600"/>
              <a:t>Escalation: spawn_successor_thread after repeated failure/hard triggers</a:t>
            </a:r>
          </a:p>
          <a:p>
            <a:pPr/>
            <a:r>
              <a:rPr sz="1600"/>
              <a:t>UI example below: activity log + Homer status counters for same-thread/new-thread</a:t>
            </a:r>
          </a:p>
        </p:txBody>
      </p:sp>
      <p:pic>
        <p:nvPicPr>
          <p:cNvPr id="4" name="HomerUiScreenshot" descr="homer-ui-session-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88920"/>
            <a:ext cx="8138160" cy="5776240"/>
          </a:xfrm>
          <a:prstGeom prst="rect">
            <a:avLst/>
          </a:prstGeom>
        </p:spPr>
      </p:pic>
      <p:sp>
        <p:nvSpPr>
          <p:cNvPr id="5" name="HomerUiCaption"/>
          <p:cNvSpPr txBox="1"/>
          <p:nvPr/>
        </p:nvSpPr>
        <p:spPr>
          <a:xfrm>
            <a:off x="502920" y="6355080"/>
            <a:ext cx="8138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/>
              <a:t>Eksempel fra T3 Homer: arbeidslogg, session-tilstand og Homer-metrikker i sidebar.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and Handover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Thread-scoped deterministic continuity</a:t>
            </a:r>
          </a:p>
          <a:p>
            <a:pPr>
              <a:defRPr sz="2200"/>
            </a:pPr>
            <a:r>
              <a:t>No model-written memory summaries; continuity is persisted metadata.</a:t>
            </a:r>
          </a:p>
          <a:p>
            <a:pPr>
              <a:defRPr sz="2200"/>
            </a:pPr>
            <a:r>
              <a:t>Authoritative task anchor stores objective, source docs, constraints, non-goals, completion contract.</a:t>
            </a:r>
          </a:p>
          <a:p>
            <a:pPr>
              <a:defRPr sz="2200"/>
            </a:pPr>
            <a:r>
              <a:t>Instruction-delta snapshots and revisioning preserve latest real user intent.</a:t>
            </a:r>
          </a:p>
          <a:p>
            <a:pPr>
              <a:defRPr sz="2200"/>
            </a:pPr>
            <a:r>
              <a:t>Managed follow-ups (status/progress/continue) are treated as continuation, not new assignment.</a:t>
            </a:r>
          </a:p>
          <a:p>
            <a:pPr>
              <a:defRPr sz="2200"/>
            </a:pPr>
            <a:r>
              <a:t>Handoff prompts carry objective + deltas + checkpoint context so new sessions continue from the right place.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